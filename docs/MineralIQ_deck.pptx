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MineralIQ — AI Technology Intelligence for Critical Minerals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CMiH 2026 · Problem Statement 02 · Team Musketeers (VIT)</a:t>
            </a:r>
          </a:p>
          <a:p>
            <a:pPr/>
            <a:r>
              <a:t>Patent + R&amp;D tracking across 30 notified minerals (5-mineral pilot live)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NCMM needs: who patents what, where research clusters, where gaps lie</a:t>
            </a:r>
          </a:p>
          <a:p>
            <a:pPr/>
            <a:r>
              <a:t>Today: InPASS/PATENTSCOPE keyword search + scattered CSIR/PSU/DST reports — nothing linked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Approach: harvest → classify → graph → analyse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7 adapters (Google Patents BigQuery, PATENTSCOPE, 4 institutional, OpenAlex)</a:t>
            </a:r>
          </a:p>
          <a:p>
            <a:pPr/>
            <a:r>
              <a:t>Mineral × stage × process taxonomy v1 (5 minerals, 6 stages, 22 families)</a:t>
            </a:r>
          </a:p>
          <a:p>
            <a:pPr/>
            <a:r>
              <a:t>Knowledge graph: record–org–taxonomy links + co-filing edges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Classification &amp; entity resolution (measured)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Lexicon baseline on frozen hold-out: mineral acc 0.75, F1 0.8 (PROVISIONAL, n=4)</a:t>
            </a:r>
          </a:p>
          <a:p>
            <a:pPr/>
            <a:r>
              <a:t>Org merge 100% on alias seed; CSIR HQ vs CSIR-NML never merged</a:t>
            </a:r>
          </a:p>
          <a:p>
            <a:pPr/>
            <a:r>
              <a:t>Week-2 path: labelling (≥80% agreement) → SciBERT fine-tune, gate 85%/0.75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Search API + web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20/20 golden queries top-1 (frozen contract); faceted search &lt;1s</a:t>
            </a:r>
          </a:p>
          <a:p>
            <a:pPr/>
            <a:r>
              <a:t>Dashboards, mineral×technology heatmap, organisation pages, gap matrix</a:t>
            </a:r>
          </a:p>
          <a:p>
            <a:pPr/>
            <a:r>
              <a:t>React frontend builds clean; Playwright journey spec saved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Gap analysis &amp; alerts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Research-vs-patenting intensity per mineral×stage cell (5/5 hand-verified)</a:t>
            </a:r>
          </a:p>
          <a:p>
            <a:pPr/>
            <a:r>
              <a:t>Ranked white spaces + collaboration suggestions; subscription alerts fire-once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Regression discipline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`make regress` cumulative s1→s6; CI green on every push</a:t>
            </a:r>
          </a:p>
          <a:p>
            <a:pPr/>
            <a:r>
              <a:t>Status: 28 passed (s1 6 + s2 5 + s3 5 + s4 6 + s5 5 + s6 placeholder 1); gate log in GATES.md is the KPI evidence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 &amp; cost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Scale 5→30 minerals by taxonomy entries; add harvester adapters; NCMM portal integration</a:t>
            </a:r>
          </a:p>
          <a:p>
            <a:pPr/>
            <a:r>
              <a:t>Open-source stack; single 8 GB VM ≈ ₹3–5k/mo prototype, ≈ ₹1–1.5L/yr production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